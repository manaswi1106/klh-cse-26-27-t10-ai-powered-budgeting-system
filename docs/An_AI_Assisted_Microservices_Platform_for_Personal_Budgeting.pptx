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Medium"/>
      <p:regular r:id="rId201315"/>
    </p:embeddedFont>
    <p:embeddedFont>
      <p:font typeface="Alexandria Bold"/>
      <p:regular r:id="rId201316"/>
    </p:embeddedFont>
    <p:embeddedFont>
      <p:font typeface="Manrope"/>
      <p:regular r:id="rId201317"/>
    </p:embeddedFont>
    <p:embeddedFont>
      <p:font typeface="Manrope Medium"/>
      <p:regular r:id="rId201318"/>
    </p:embeddedFont>
    <p:embeddedFont>
      <p:font typeface="Manrop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2.png"/><Relationship Id="rId13" Type="http://schemas.openxmlformats.org/officeDocument/2006/relationships/image" Target="../media/image-4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059" y="1221184"/>
            <a:ext cx="815161" cy="815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1983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 AI-Assisted Microservices Platform for Personal Budgeting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954661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Under the Guidance of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Dr. KETINENI VENKATESWARI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[Title] Professor,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Department of Computer Science and Engineering,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KLH CSE Bowrampet Campus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395466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Members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M.Aruna Grace (2420030100)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K.Sai Sree Chowdary (2420030168)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G.Manaswi (2420030182)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0734"/>
            <a:ext cx="803810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Outline of Project Work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195314"/>
            <a:ext cx="86476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stages and milestones in the development of the project.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2935" y="1453555"/>
            <a:ext cx="1033635" cy="103366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59249"/>
            <a:ext cx="465126" cy="4651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4053284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Focus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5859" y="3359249"/>
            <a:ext cx="465126" cy="4651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35859" y="4053284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Introduction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0244" y="3359249"/>
            <a:ext cx="465126" cy="4651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10244" y="4053284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Literature Survey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4628" y="3359249"/>
            <a:ext cx="465126" cy="4651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984628" y="4053284"/>
            <a:ext cx="254559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Gap Identification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5001022"/>
            <a:ext cx="465126" cy="46513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61475" y="5695057"/>
            <a:ext cx="2545493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Innovation, Creativity, and Novelty</a:t>
            </a:r>
            <a:endParaRPr lang="en-US" sz="18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35859" y="5001022"/>
            <a:ext cx="465126" cy="46513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435859" y="5695057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Objectives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10244" y="5001022"/>
            <a:ext cx="465126" cy="46513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210244" y="5695057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4628" y="5001022"/>
            <a:ext cx="465126" cy="46513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984628" y="5695057"/>
            <a:ext cx="254559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Feasibility and Project Plan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0031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9692"/>
            <a:ext cx="8036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 finance management is becoming harder as spending becomes more fragmented and harder to track.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6465" y="1756271"/>
            <a:ext cx="1050006" cy="1050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287216"/>
            <a:ext cx="10868745" cy="2239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Managing personal finances has become increasingly challenging due to multiple sources of income, frequent digital transactions, recurring expenses, savings goals, and the lack of a unified system for understanding spending behavior.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budgeting applications often provide only basic expense tracking and require users to manually analyze their financial data.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makes it difficult for individuals to identify unnecessary expenses, predict future spending, and make informed financial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2553"/>
            <a:ext cx="805070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-33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03945"/>
            <a:ext cx="866029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objectives define the core capabilities and outcomes of the proposed personal budgeting system.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760611"/>
            <a:ext cx="713266" cy="71328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44886"/>
            <a:ext cx="5362044" cy="13419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43281" y="206890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45819" y="2606377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design and implement a modular microservices architecture for personal budgeting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8176" y="1944886"/>
            <a:ext cx="5362044" cy="13419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49982" y="206890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352520" y="2606377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develop AI-driven analytics to provide personalized financial insights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431480"/>
            <a:ext cx="5362044" cy="13419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43281" y="355550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45819" y="4092972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create an interactive dashboard for financial visualization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8176" y="3431480"/>
            <a:ext cx="5362044" cy="134193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49982" y="355550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352520" y="4092972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enable automated expense categorization and budget monitoring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918075"/>
            <a:ext cx="5362044" cy="134193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243281" y="50420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845819" y="5579566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implement intelligent anomaly detection for unusual spending patterns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8176" y="4918075"/>
            <a:ext cx="5362044" cy="134193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749982" y="50420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6352520" y="5579566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provide proactive financial recommendations and alerts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4111"/>
            <a:ext cx="807233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26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Literature Survey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319411"/>
            <a:ext cx="868192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review of recent research papers on AI-driven personal finance, budgeting, and financial management systems.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6197" y="835323"/>
            <a:ext cx="560373" cy="56038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75705"/>
          <a:ext cx="9143771" cy="914400"/>
        </p:xfrm>
        <a:graphic>
          <a:graphicData uri="http://schemas.openxmlformats.org/drawingml/2006/table">
            <a:tbl>
              <a:tblPr/>
              <a:tblGrid>
                <a:gridCol w="869500"/>
                <a:gridCol w="1738999"/>
                <a:gridCol w="3043249"/>
                <a:gridCol w="2608499"/>
                <a:gridCol w="2608499"/>
              </a:tblGrid>
              <a:tr h="2984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S. No.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Author/Year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Research Work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Key Contribution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Research Gap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DSouza et al., 2026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Comprehensive Review of Machine Learning Techniques for Intelligent Personal Finance Management Systems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Provides a broad review of ML methods used in personal finance management, highlighting their role in automation, prediction, and decision support.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Calls for more integrated, user-centric, and real-world validated systems that go beyond isolated ML techniques.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Jadhav &amp; Patil, 2025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AI-ML Based Expense Categorization and Budgeting System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Proposes an AI-ML driven system for automatic expense categorization and budget tracking to simplify personal financial planning.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Needs stronger handling of diverse transaction patterns and improved adaptability across user profiles and spending behaviors.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Pak, 2026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How Individuals Use Generative AI for Personal Financial Management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Examines how individuals apply generative AI tools for budgeting, financial advice, and everyday money management tasks.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Further study is needed on trust, accuracy, privacy, and long-term behavioral impact of generative AI in finance.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Halage &amp; Bharathkumar, 2026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Artificial Intelligence in Personal Finance: Implications for Sustainable Financial Behavior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Explores how AI can influence sustainable financial habits by supporting better spending, saving, and planning decisions.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Lacks deeper empirical evidence on whether AI guidance consistently leads to sustained behavior change over time.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6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Financial Management System Study, 2025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Design of a Digital and Intelligent Financial Management System Based on Business-Finance Integration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Introduces an intelligent financial management design that integrates business and finance functions for more efficient management workflows.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Requires validation in broader deployment environments and clearer assessment of usability and scalability.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805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Gap Identification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31466"/>
            <a:ext cx="86458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focused review of the key limitations shaping current financial management solutions.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10" y="975420"/>
            <a:ext cx="815161" cy="81518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16572"/>
            <a:ext cx="2575357" cy="1744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2630984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3039666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of a unified financial management system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839" y="2416572"/>
            <a:ext cx="2575456" cy="17447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1842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2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3741842" y="3039666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AI-driven insights in traditional budgeting apps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0301" y="2416572"/>
            <a:ext cx="2575456" cy="17447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6305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3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506305" y="3039666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Absence of real-time anomaly detection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54764" y="2416572"/>
            <a:ext cx="2575456" cy="17447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70768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4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9270768" y="3039666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Poor scalability in existing microservices implementations</a:t>
            </a:r>
            <a:endParaRPr lang="en-US" sz="14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350345"/>
            <a:ext cx="2575357" cy="174476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77479" y="4564757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5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977479" y="4973439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Inadequate user experience for diverse user groups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150"/>
            <a:ext cx="804703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spc="-3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Innovation, Creativity, and Novelty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82613"/>
            <a:ext cx="804703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combines intelligent analytics, modular design, and user-focused experiences to rethink personal finance management.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7706" y="711597"/>
            <a:ext cx="738764" cy="7387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2219424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1772" y="2409726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Novel Integration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1772" y="2770386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Combining AI-driven analytics with microservices architecture for personal finance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3435" y="2219424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3731" y="2409726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Creative Solution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363731" y="2770386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 with real-time financial insights and personalized recommendations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3638352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1772" y="3828653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Novelty in Approach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1772" y="4189313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Modular service-oriented design enabling independent scaling and deployment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3435" y="3638352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3731" y="3828653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Advanced AI Techniques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363731" y="4189313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 algorithms for spending pattern prediction and anomaly detection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057279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1772" y="5247580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User-Centric Innovation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51772" y="5608241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alerts and proactive financial guidance based on behavioral analysis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3435" y="5057279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63731" y="5247580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Scalable Architecture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363731" y="5608241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Cloud-native microservices enabling seamless growth and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895"/>
            <a:ext cx="7515136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5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105098"/>
            <a:ext cx="812472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modular microservices platform connects core financial services through secure APIs for scalable, intelligent management.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8797" y="633512"/>
            <a:ext cx="547674" cy="5476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447701"/>
            <a:ext cx="10868745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 is built on a robust microservices architecture, ensuring scalability, maintainability, and independent deployment of components. Each service communicates via well-defined APIs to provide a seamless and intelligent financial management experience.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979315"/>
            <a:ext cx="5298942" cy="29807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151934"/>
            <a:ext cx="10868745" cy="1168499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Authentication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Secure user management, including login, registration, and access control.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Transaction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Recording and managing all financial activities, such as income and expenses.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Budget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Creating, tracking, and monitoring user-defined budgets across various categories.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AI Analysis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Generating intelligent financial insights, identifying spending patterns, and providing personalized recommendations.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Notification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Delivering timely alerts and reminders for budget limits, upcoming bills, and financial goals.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Interactive Dashboard: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user-friendly interface for visualizing financial data, customizing reports, and interacting with the system.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3316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Feasibility and Project Plan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2977"/>
            <a:ext cx="8036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phased development timeline from requirements gathering through deployment and documentation.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10" y="1316930"/>
            <a:ext cx="815161" cy="8151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440709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6" name="Shape 3"/>
          <p:cNvSpPr/>
          <p:nvPr/>
        </p:nvSpPr>
        <p:spPr>
          <a:xfrm>
            <a:off x="2117077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7" name="Shape 4"/>
          <p:cNvSpPr/>
          <p:nvPr/>
        </p:nvSpPr>
        <p:spPr>
          <a:xfrm>
            <a:off x="1917156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88046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0482" y="3060502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Requirements Analysis &amp; Design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3703446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1" name="Shape 8"/>
          <p:cNvSpPr/>
          <p:nvPr/>
        </p:nvSpPr>
        <p:spPr>
          <a:xfrm>
            <a:off x="3503525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74415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436851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Microservices Development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5289914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5" name="Shape 12"/>
          <p:cNvSpPr/>
          <p:nvPr/>
        </p:nvSpPr>
        <p:spPr>
          <a:xfrm>
            <a:off x="5089993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60883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023319" y="3060502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AI/ML Integration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6876283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6362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7252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609688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Dashboard Development</a:t>
            </a:r>
            <a:endParaRPr lang="en-US" sz="1850" dirty="0"/>
          </a:p>
        </p:txBody>
      </p:sp>
      <p:sp>
        <p:nvSpPr>
          <p:cNvPr id="22" name="Shape 19"/>
          <p:cNvSpPr/>
          <p:nvPr/>
        </p:nvSpPr>
        <p:spPr>
          <a:xfrm>
            <a:off x="8462751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23" name="Shape 20"/>
          <p:cNvSpPr/>
          <p:nvPr/>
        </p:nvSpPr>
        <p:spPr>
          <a:xfrm>
            <a:off x="8262830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3720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96156" y="3060502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Testing &amp; Optimization</a:t>
            </a:r>
            <a:endParaRPr lang="en-US" sz="1850" dirty="0"/>
          </a:p>
        </p:txBody>
      </p:sp>
      <p:sp>
        <p:nvSpPr>
          <p:cNvPr id="26" name="Shape 23"/>
          <p:cNvSpPr/>
          <p:nvPr/>
        </p:nvSpPr>
        <p:spPr>
          <a:xfrm>
            <a:off x="10049120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27" name="Shape 24"/>
          <p:cNvSpPr/>
          <p:nvPr/>
        </p:nvSpPr>
        <p:spPr>
          <a:xfrm>
            <a:off x="9849199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20089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782525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Deployment &amp; Documentation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2026-08-27T03:05:32Z</dcterms:created>
  <dcterms:modified xsi:type="dcterms:W3CDTF">2026-08-27T03:05:32Z</dcterms:modified>
</cp:coreProperties>
</file>